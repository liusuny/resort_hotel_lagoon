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w4uo3K/dgDX3sLBihiBTM5DND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008153" y="5986602"/>
            <a:ext cx="62807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USD $200.00/night</a:t>
            </a:r>
            <a:endParaRPr b="0" i="0" sz="18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"/>
          <p:cNvCxnSpPr/>
          <p:nvPr/>
        </p:nvCxnSpPr>
        <p:spPr>
          <a:xfrm>
            <a:off x="794327" y="1140966"/>
            <a:ext cx="10603346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6" name="Google Shape;86;p1"/>
          <p:cNvSpPr txBox="1"/>
          <p:nvPr/>
        </p:nvSpPr>
        <p:spPr>
          <a:xfrm>
            <a:off x="5036938" y="5748748"/>
            <a:ext cx="62231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DB5BD"/>
                </a:solidFill>
                <a:latin typeface="Arial"/>
                <a:ea typeface="Arial"/>
                <a:cs typeface="Arial"/>
                <a:sym typeface="Arial"/>
              </a:rPr>
              <a:t>Villa Size: 550 sqft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036938" y="5510894"/>
            <a:ext cx="62231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DB5BD"/>
                </a:solidFill>
                <a:latin typeface="Arial"/>
                <a:ea typeface="Arial"/>
                <a:cs typeface="Arial"/>
                <a:sym typeface="Arial"/>
              </a:rPr>
              <a:t>Max Occupancy : 4 adults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163127" y="3592506"/>
            <a:ext cx="62807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DB5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163127" y="2144050"/>
            <a:ext cx="62807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DB5BD"/>
                </a:solidFill>
                <a:latin typeface="Arial"/>
                <a:ea typeface="Arial"/>
                <a:cs typeface="Arial"/>
                <a:sym typeface="Arial"/>
              </a:rPr>
              <a:t>Fusce 11 tincidunt maximus leo, sed scelerisque massa auctor sit amet. Donec ex mauris, hendrerit quis nibh ac, efficitur fringilla enim.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163126" y="1480765"/>
            <a:ext cx="70288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Luxury Pool Villa</a:t>
            </a:r>
            <a:endParaRPr/>
          </a:p>
        </p:txBody>
      </p:sp>
      <p:pic>
        <p:nvPicPr>
          <p:cNvPr descr="A bedroom with a bed and a table&#10;&#10;Description automatically generated with low confidence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146" y="1538915"/>
            <a:ext cx="38100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0" y="364694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LAGOON </a:t>
            </a: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STAY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163126" y="3224718"/>
            <a:ext cx="6129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Villa Amenities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2023-06-28T17:46:04Z</dcterms:created>
  <dc:creator>Bhrugen Patel</dc:creator>
</cp:coreProperties>
</file>